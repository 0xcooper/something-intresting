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FF0000"/>
    <a:srgbClr val="7A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C5C5BC-8179-47C6-ACD1-86F1758E4D1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5601A2-478C-48FB-9C2B-36F7A064A92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EB5F41-CFE1-4272-AB7D-E138FC4640D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CB5C28-54F5-4A1B-B5B5-06650CE2B52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2D67F1-A68A-4E9B-B0E9-8323B2CCD8A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7E322-248F-400B-82A6-B88B7FC8423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99CF0A-0928-40F0-8A07-3F776505560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8AB163-F3E6-4AD5-A97A-E6321C10084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00C2F-6AA2-4AF4-A9ED-11348545876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26CCF0-FC66-47F6-8222-B965144B141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BFAE42-DAC7-44CD-AC20-576CE5CF2F0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charset="-122"/>
              </a:defRPr>
            </a:lvl1pPr>
          </a:lstStyle>
          <a:p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charset="-122"/>
              </a:defRPr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宋体" charset="-122"/>
              </a:defRPr>
            </a:lvl1pPr>
          </a:lstStyle>
          <a:p>
            <a:fld id="{CBE562B9-54C3-49F3-8974-4F8EFDAA28F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Program Files\Microsoft Office\MEDIA\CAGCAT10\j0090070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0800" y="2880000"/>
            <a:ext cx="2014396" cy="250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326294" y="1251857"/>
            <a:ext cx="1731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i="1" dirty="0" smtClean="0">
                <a:solidFill>
                  <a:srgbClr val="FF000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隶书" pitchFamily="49" charset="-122"/>
                <a:ea typeface="隶书" pitchFamily="49" charset="-122"/>
              </a:rPr>
              <a:t>送您一颗树</a:t>
            </a:r>
            <a:endParaRPr lang="zh-CN" altLang="en-US" sz="2400" b="1" i="1" dirty="0">
              <a:solidFill>
                <a:srgbClr val="FF0000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2533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0" y="1371600"/>
            <a:ext cx="414568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hlinkClick r:id="" action="ppaction://hlinkshowjump?jump=lastslide"/>
              </a:rPr>
              <a:t>请听小树的呼声</a:t>
            </a:r>
            <a:endParaRPr lang="zh-CN" altLang="en-US" sz="4400" b="1" dirty="0" smtClean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9853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1828800"/>
            <a:ext cx="4825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7030A0"/>
                </a:solidFill>
                <a:latin typeface="隶书" pitchFamily="49" charset="-122"/>
                <a:ea typeface="隶书" pitchFamily="49" charset="-122"/>
              </a:rPr>
              <a:t>请您爱护我，就像爱护您的女儿！</a:t>
            </a:r>
          </a:p>
        </p:txBody>
      </p:sp>
    </p:spTree>
    <p:extLst>
      <p:ext uri="{BB962C8B-B14F-4D97-AF65-F5344CB8AC3E}">
        <p14:creationId xmlns:p14="http://schemas.microsoft.com/office/powerpoint/2010/main" val="3407994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2400" b="1" i="1" dirty="0" smtClean="0">
            <a:latin typeface="隶书" pitchFamily="49" charset="-122"/>
            <a:ea typeface="隶书" pitchFamily="49" charset="-122"/>
          </a:defRPr>
        </a:defPPr>
      </a:lstStyle>
    </a:tx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23</Words>
  <Application>Microsoft Office PowerPoint</Application>
  <PresentationFormat>全屏显示(4:3)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HP</cp:lastModifiedBy>
  <cp:revision>7</cp:revision>
  <cp:lastPrinted>1601-01-01T00:00:00Z</cp:lastPrinted>
  <dcterms:created xsi:type="dcterms:W3CDTF">1601-01-01T00:00:00Z</dcterms:created>
  <dcterms:modified xsi:type="dcterms:W3CDTF">2019-11-23T17:47:12Z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