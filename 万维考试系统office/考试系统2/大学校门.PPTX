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FE096-31EE-4B87-9747-7D9837FD189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CAA-D131-448E-8A73-17CDB8DABA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46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B479-27CC-420F-B84F-9B66257474A4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6BA96-9E33-4C57-8BB9-E2061D6A416F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EA47-F448-4C9D-924E-2CAA5FC87080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AFB7-9681-42F9-92D3-ADF70CBD040D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B45C-AE70-4C60-A1CF-F8511082574C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CE2F-7A2F-4CA2-B21E-93A1B3CDCBD5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7AC0C-CB66-446F-A03A-8377D48ADD6C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506A-1F02-45C8-84EF-7983B9F3F81B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C7E6-3156-4ADD-AD3D-8E09CDDC9BEF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E80E-CE66-46E9-B646-04122C14433A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A15-C6A2-4FE9-92D1-6B749F78A2BD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FAC078-0B41-40C9-9E4C-2B153F1307F4}" type="datetime1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D9BEFF-9959-49ED-82EB-8E892E7AED3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6000" dirty="0" smtClean="0"/>
              <a:t>展望美好的大学时光</a:t>
            </a:r>
            <a:endParaRPr lang="zh-CN" altLang="en-US" sz="60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>
                <a:latin typeface="+mj-ea"/>
                <a:ea typeface="+mj-ea"/>
              </a:rPr>
              <a:t>踏入大学校门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884550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0" y="2880000"/>
            <a:ext cx="5445378" cy="36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3728" y="170080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itchFamily="2" charset="-122"/>
                <a:ea typeface="华文行楷" pitchFamily="2" charset="-122"/>
              </a:rPr>
              <a:t>四年的大学生活我们将在这里度过</a:t>
            </a:r>
            <a:endParaRPr lang="zh-CN" altLang="en-US" sz="32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BEFF-9959-49ED-82EB-8E892E7AED3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10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</TotalTime>
  <Words>19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流畅</vt:lpstr>
      <vt:lpstr>展望美好的大学时光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fan</dc:creator>
  <cp:lastModifiedBy>HP</cp:lastModifiedBy>
  <cp:revision>3</cp:revision>
  <dcterms:created xsi:type="dcterms:W3CDTF">2012-07-10T08:50:58Z</dcterms:created>
  <dcterms:modified xsi:type="dcterms:W3CDTF">2019-11-23T17:19:51Z</dcterms:modified>
</cp:coreProperties>
</file>