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22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C5BC-8179-47C6-ACD1-86F1758E4D1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01A2-478C-48FB-9C2B-36F7A064A92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B5F41-CFE1-4272-AB7D-E138FC4640D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B5C28-54F5-4A1B-B5B5-06650CE2B52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D67F1-A68A-4E9B-B0E9-8323B2CCD8A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7E322-248F-400B-82A6-B88B7FC8423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CF0A-0928-40F0-8A07-3F776505560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AB163-F3E6-4AD5-A97A-E6321C10084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0C2F-6AA2-4AF4-A9ED-11348545876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6CCF0-FC66-47F6-8222-B965144B141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AE42-DAC7-44CD-AC20-576CE5CF2F0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562B9-54C3-49F3-8974-4F8EFDAA28F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i="1" dirty="0" smtClean="0">
                <a:solidFill>
                  <a:srgbClr val="FFC000"/>
                </a:solidFill>
                <a:latin typeface="幼圆" pitchFamily="49" charset="-122"/>
                <a:ea typeface="幼圆" pitchFamily="49" charset="-122"/>
              </a:rPr>
              <a:t>好好学习</a:t>
            </a:r>
            <a:endParaRPr lang="zh-CN" altLang="en-US" b="1" i="1" dirty="0">
              <a:solidFill>
                <a:srgbClr val="FFC000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4400" b="1" i="1" dirty="0" smtClean="0">
                <a:solidFill>
                  <a:srgbClr val="FFC000"/>
                </a:solidFill>
                <a:latin typeface="幼圆" pitchFamily="49" charset="-122"/>
                <a:ea typeface="幼圆" pitchFamily="49" charset="-122"/>
              </a:rPr>
              <a:t>天天向上</a:t>
            </a:r>
            <a:endParaRPr lang="zh-CN" altLang="en-US" sz="4400" b="1" i="1" dirty="0">
              <a:solidFill>
                <a:srgbClr val="FFC000"/>
              </a:solidFill>
              <a:latin typeface="幼圆" pitchFamily="49" charset="-122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1642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13</TotalTime>
  <Words>3</Words>
  <Application>Microsoft Office PowerPoint</Application>
  <PresentationFormat>全屏显示(4:3)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龙腾四海</vt:lpstr>
      <vt:lpstr>好好学习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HP</cp:lastModifiedBy>
  <cp:revision>7</cp:revision>
  <cp:lastPrinted>1601-01-01T00:00:00Z</cp:lastPrinted>
  <dcterms:created xsi:type="dcterms:W3CDTF">1601-01-01T00:00:00Z</dcterms:created>
  <dcterms:modified xsi:type="dcterms:W3CDTF">2019-11-23T17:50:28Z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