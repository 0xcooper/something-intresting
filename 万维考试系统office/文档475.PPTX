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63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EFD08F-26DE-4E0F-B540-23C877AF647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D720BF-04A8-4127-A8EE-3D4304C0641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796C3E-0C5F-4DE3-BECA-0A7C17D0EAE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095CE9-E6A2-449C-A765-A3118BC6831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868463-211E-4BB6-8B47-7FCC7EDB425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B6D68E-49FE-4113-9402-09485C70495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008AA9-3341-4445-85DA-E3E6FBB650A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9808A3-F152-47C9-B0C2-47860956A99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6A45D5-A2D7-41FA-AD2D-D45876679EA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32984C-3CEC-4356-84A9-1AC724CAF98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06ABB8-178D-4ED0-A94C-7586CC4BD87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325000" r="-3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charset="-122"/>
              </a:defRPr>
            </a:lvl1pPr>
          </a:lstStyle>
          <a:p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charset="-122"/>
              </a:defRPr>
            </a:lvl1pPr>
          </a:lstStyle>
          <a:p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宋体" charset="-122"/>
              </a:defRPr>
            </a:lvl1pPr>
          </a:lstStyle>
          <a:p>
            <a:fld id="{1E16E651-F6EA-475C-ACEE-E268698AA8F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gif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 dirty="0" smtClean="0">
                <a:solidFill>
                  <a:srgbClr val="FF0066"/>
                </a:solidFill>
                <a:latin typeface="方正舒体" pitchFamily="2" charset="-122"/>
                <a:ea typeface="方正舒体" pitchFamily="2" charset="-122"/>
              </a:rPr>
              <a:t>中国传统节日</a:t>
            </a:r>
            <a:r>
              <a:rPr lang="en-US" altLang="zh-CN" sz="4800" dirty="0" smtClean="0">
                <a:solidFill>
                  <a:srgbClr val="FF0066"/>
                </a:solidFill>
                <a:latin typeface="方正舒体" pitchFamily="2" charset="-122"/>
                <a:ea typeface="方正舒体" pitchFamily="2" charset="-122"/>
              </a:rPr>
              <a:t>---</a:t>
            </a:r>
            <a:r>
              <a:rPr lang="zh-CN" altLang="en-US" sz="4800" dirty="0" smtClean="0">
                <a:solidFill>
                  <a:srgbClr val="FF0066"/>
                </a:solidFill>
                <a:latin typeface="方正舒体" pitchFamily="2" charset="-122"/>
                <a:ea typeface="方正舒体" pitchFamily="2" charset="-122"/>
              </a:rPr>
              <a:t>春节</a:t>
            </a:r>
            <a:endParaRPr lang="zh-CN" altLang="en-US" sz="4800" dirty="0">
              <a:solidFill>
                <a:srgbClr val="FF0066"/>
              </a:solidFill>
              <a:latin typeface="方正舒体" pitchFamily="2" charset="-122"/>
              <a:ea typeface="方正舒体" pitchFamily="2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中国农历年的岁首称为春节。是中国人民最隆重的传统节日，也象征团结、兴旺，对未来寄托新的希望的佳节。据记载，中国人民过春节已有４千多年的历史，它是由虞舜兴起的。公元前两千多年的一天，舜即天子位，带领着部下人员，祭拜天地。从此，人们就把这一天当作岁首，算是正月初一。据说这就是农历新年的由来，后来叫春节。春节过去也叫元旦。春节所在的这一月叫元月。 </a:t>
            </a:r>
          </a:p>
        </p:txBody>
      </p:sp>
      <p:pic>
        <p:nvPicPr>
          <p:cNvPr id="6" name="图片 5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85800"/>
            <a:ext cx="1152000" cy="3132000"/>
          </a:xfrm>
          <a:prstGeom prst="rect">
            <a:avLst/>
          </a:prstGeom>
        </p:spPr>
      </p:pic>
      <p:pic>
        <p:nvPicPr>
          <p:cNvPr id="7" name="图片 6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4650014"/>
            <a:ext cx="2052000" cy="18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11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3123" y="644566"/>
            <a:ext cx="1212191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80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FF0000"/>
                </a:solidFill>
                <a:effectLst/>
                <a:latin typeface="华文新魏" pitchFamily="2" charset="-122"/>
                <a:ea typeface="华文新魏" pitchFamily="2" charset="-122"/>
              </a:rPr>
              <a:t>春</a:t>
            </a:r>
            <a:endParaRPr lang="zh-CN" altLang="en-US" sz="80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FF0000"/>
              </a:solidFill>
              <a:effectLst/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72399" y="673593"/>
            <a:ext cx="1212191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8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联</a:t>
            </a:r>
            <a:endParaRPr lang="en-US" altLang="zh-CN" sz="8000" b="1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FF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38943" y="2438400"/>
            <a:ext cx="6781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在中国古代神话中，相传有一个鬼域的世界，鬼域的大门边站着两个神人，名叫神荼、郁垒。如果鬼魂在夜间干了伤天害理的事情，神荼、郁垒就会立即发现并将它捉住送去喂虎。因而天下的鬼都畏惧神荼、郁垒。于是民间就用桃木刻成他们的模样，放在自家门口，以避邪防害。后来，人们干脆在桃木板上刻上神荼、郁垒的名字。这种桃木板后来就被叫做“桃符”。到了宋代，人们便开始在桃木板上写对联，一则不失桃木镇邪的意义，二则表达自己美好心愿，三则装饰门户，以求美观。又在象征喜气吉祥的红纸上写对联，新春之际贴在门窗两边，用以表达人们祈求来年福运的美好心愿。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7757" y="1025297"/>
            <a:ext cx="3590925" cy="5619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55" y="2286000"/>
            <a:ext cx="771525" cy="34671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970" y="2286000"/>
            <a:ext cx="781050" cy="34671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271" y="1025297"/>
            <a:ext cx="3590925" cy="5619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969" y="2286000"/>
            <a:ext cx="771525" cy="34671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2484" y="2286000"/>
            <a:ext cx="78105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310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主题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295</Words>
  <Application>Microsoft Office PowerPoint</Application>
  <PresentationFormat>全屏显示(4:3)</PresentationFormat>
  <Paragraphs>5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中国传统节日---春节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mu</cp:lastModifiedBy>
  <cp:revision>2</cp:revision>
  <cp:lastPrinted>1601-01-01T00:00:00Z</cp:lastPrinted>
  <dcterms:created xsi:type="dcterms:W3CDTF">1601-01-01T00:00:00Z</dcterms:created>
  <dcterms:modified xsi:type="dcterms:W3CDTF">2019-11-26T14:04:16Z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